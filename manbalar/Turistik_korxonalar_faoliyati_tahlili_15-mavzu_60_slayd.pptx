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15.2-jadvaldagi omillar ta’siri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Ta’sir, foiz punkt</c:v>
                </c:pt>
              </c:strCache>
            </c:strRef>
          </c:tx>
          <c:spPr>
            <a:solidFill>
              <a:srgbClr val="187A80"/>
            </a:solidFill>
          </c:spPr>
          <c:cat>
            <c:strRef>
              <c:f>Sheet1!$A$2:$A$5</c:f>
              <c:strCache>
                <c:ptCount val="4"/>
                <c:pt idx="0">
                  <c:v>Kavr</c:v>
                </c:pt>
                <c:pt idx="1">
                  <c:v>Kmq</c:v>
                </c:pt>
                <c:pt idx="2">
                  <c:v>Kaymm</c:v>
                </c:pt>
                <c:pt idx="3">
                  <c:v>KstAym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0.9929</c:v>
                </c:pt>
                <c:pt idx="1">
                  <c:v>-1.229</c:v>
                </c:pt>
                <c:pt idx="2">
                  <c:v>1.0153</c:v>
                </c:pt>
                <c:pt idx="3">
                  <c:v>-0.6337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A7AD"/>
                </a:solidFill>
              </a:defRPr>
            </a:pPr>
            <a:r>
              <a:t>15-MAVZU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Turistik korxonalarda rentabellik ko‘rsatkichlari tahlili</a:t>
            </a:r>
          </a:p>
          <a:p>
            <a:pPr>
              <a:spcBef>
                <a:spcPts val="1800"/>
              </a:spcBef>
              <a:defRPr sz="1600">
                <a:solidFill>
                  <a:srgbClr val="DBE8EA"/>
                </a:solidFill>
              </a:defRPr>
            </a:pPr>
            <a:r>
              <a:t>A.N. Xoliqulov, “Turistik korxonalar faoliyati tahlili”, XV bob, 255–267-betlar asosida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Mavzuning maqsadi va o‘quv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Maqsad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Rentabellik ko‘rsatkichlarining bozor sharoitiga mos tizimini o‘rganish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Har bir rentabellik ko‘rsatkichini hisoblash yo‘lini bilish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Rentabellik o‘zgarishiga iqtisodiy salohiyat omillari ta’sirini aniqlash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O‘quv natijalari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Rentabellik ko‘rsatkichlarini mustaqil hisoblay oladi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Ularning iqtisodiy mazmunini izohlaydi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15.1 va 15.2-jadvallar asosida zanjirli almashtirish usulida omilli tahlil o‘tkazadi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15.1. Turistik firma va kompaniyalarda rentabellik ko‘rsatkichlari va ularni aniqlash yo‘llari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Rentabellik ko‘rsatkichlarining yangi tizimi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Faoliyat, sotish, iqtisodiy salohiyat, aktiv va kapital rentabelligi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15.2. Rentabellikka iqtisodiy salohiyat bilan bog‘liq omillar ta’siri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Ko‘p omilli model va zanjirli almashtirish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15.1 va 15.2-jadvallar: “Shahrux” turistik firmasi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Rentabellik nima?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Rentabellik — foydaning ma’lum resurs, xarajat, kapital yoki tushumga nisbati orqali samaradorlikni ifodalovchi nisbiy ko‘rsatkich.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Foyda mutlaq natijani ko‘rsatsa, rentabellik undan foydalanish samaradorligini ko‘rsatadi.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Rentabellik qancha yuqori bo‘lsa, resurs birligiga to‘g‘ri keladigan foyda shuncha yuqori bo‘ladi.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Nega rentabellik tizimi kerak?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Turistik korxona samaradorligini faqat bitta ko‘rsatkich bilan to‘liq baholab bo‘lmaydi.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Xarajat, sotuv, aktiv, mehnat, kapital va moliyaviy manbalar bo‘yicha alohida rentabellik ko‘rsatkichlari zarur.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Bu tizim ichki imkoniyatlarni topish va boshqaruv qarorlarini aniq yo‘naltirishga yordam beradi.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Rentabellik ko‘rsatkichlari tizimi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Turistik firma faoliyati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Sotilgan mahsulot yoki xizmat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Iqtisodiy salohiyat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Asosiy vositalar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Aylanma mablag‘lar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Nomoddiy aktivlar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Mehnat salohiyati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Moliyaviy salohiyat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O‘z mablag‘lari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Chetdan jalb qilingan mablag‘lar rentabelligi</a:t>
            </a:r>
          </a:p>
          <a:p>
            <a:pPr>
              <a:spcAft>
                <a:spcPts val="600"/>
              </a:spcAft>
              <a:defRPr sz="1550">
                <a:solidFill>
                  <a:srgbClr val="25313A"/>
                </a:solidFill>
              </a:defRPr>
            </a:pPr>
            <a:r>
              <a:t>Ishlab chiqarish fondlari va aktivlar rentabelligi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Faoliyat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Rtf = Sof foyda / Tannarx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Ko‘rsatkich 100 so‘m xarajatga qancha sof foyda to‘g‘ri kelishini bildiradi. Kitob formuladagi “×1000” yozuvi mazmun bilan mos kelmaydi; foiz ko‘rinishi uchun ×100 ishlatiladi.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Faoliyat rentabelligining iqtisodiy mazmuni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Xarajatlarning qanchalik samarali ishlatilganini ko‘rsatadi.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Korxona egasi, rahbari, jamoasi va investorlar uchun muhim.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Davlat ham korxona rentabelligi oshishidan manfaatdor, chunki foyda va soliq bazasi kengayadi.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Sotilgan xizmat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Rkh = Sof foyda / Sotilgan xizmat hajmi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100 so‘mlik sotilgan mahsulot yoki xizmatdan qancha sof foyda olinayotganini ko‘rsatadi.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Sotish rentabelligi nega bozor sharoitida muhim?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Ishlab chiqarilgan mahsulot emas, aynan sotilgan mahsulot va xizmat iqtisodiy natija beradi.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Xizmat bozoridan xaridor topmasa, ishlab chiqarish hajmining o‘zi yetarli emas.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Ko‘rsatkich tadbirkorlik va bozor faolligi bilan bevosita bog‘liq.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Iqtisodiy salohiyat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Ris = Sof foyda / Iqtisodiy salohiyat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100 so‘mlik iqtisodiy salohiyatga to‘g‘ri keladigan sof foydani ko‘rsatadi.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Iqtisodiy salohiyat tarkibi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IS = Asosiy vositalar + Aylanma mablag‘lar + Nomoddiy aktivlar + Mehnat salohiyati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Kitobdagi tarkib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Korxonaning moddiy, nomoddiy va mehnat resurslarini birgalikda ifodalaydi.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vositalar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Rav = Sof foyda / Asosiy vositalarning o‘rtacha yillik qiymati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100 so‘mlik asosiy vositalar qancha sof foyda yaratganini ko‘rsatadi.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Aylanma mablag‘lar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Ram = Sof foyda / Aylanma mablag‘larning o‘rtacha yillik qiymati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Aylanma mablag‘lar tashkil etilishi va ulardan foydalanish samaradorligini baholaydi.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Nomoddiy aktivlar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Rna = Sof foyda / Nomoddiy aktivlarning o‘rtacha yillik qiymati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Brend, litsenziya, dasturiy ta’minot kabi nomoddiy aktivlarning foyda yaratish samaradorligini ko‘rsatadi.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Mehnat salohiyati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Qiymat bo‘yicha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Rms = Sof foyda / Mehnat salohiyati qiymati × 100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100 so‘mlik mehnat salohiyatiga to‘g‘ri keladigan foyda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Xodimlar soni bo‘yicha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Rms = Sof foyda / Xodimlar soni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Bir xodimga to‘g‘ri keladigan sof foyda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salohiyat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Rmos = Sof foyda / Moliyaviy salohiyatning o‘rtacha qiymati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Korxona moliyaviy manbalarining qanchalik samarali ishlatilayotganini ko‘rsatadi.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O‘z mablag‘lari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Ro‘m = Sof foyda / O‘z mablag‘larining o‘rtacha qiymati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100 so‘m o‘z kapitaliga qancha sof foyda to‘g‘ri kelishini ko‘rsatadi.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Chetdan jalb qilingan mablag‘lar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Rchjm = Sof foyda / Chetdan jalb qilingan mablag‘lar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Uzoq va qisqa muddatli kreditlar hamda boshqa qarz manbalarining samaradorligini baholaydi.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Ishlab chiqarish fondlari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Rif = Sof foyda / (Asosiy vositalar + Aylanma mablag‘lar)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Moddiy resurslarning jami samaradorligini ifodalaydi.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Aktivlar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Ra = Sof foyda / Jami aktivlar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Korxona balansidagi barcha aktivlarning sof foyda yaratish samaradorligini ko‘rsatadi.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Aktivlar rentabelligining kengaytirilgan ko‘rinishi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Ra = Sof foyda / (Asosiy vositalar + Aylanma mablag‘lar + Nomoddiy aktivlar)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Kitobda aktivlarning asosiy tarkibiy qismlari bo‘yicha ham formula keltirilgan.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Rentabellik ko‘rsatkichlarini qanday tanlash kerak?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Tahlil obyekti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Xarajatlar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Sotilgan xizmatlar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Aktivlar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Kapital va qarz manbalari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Mehnat va nomoddiy resurslar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Mos ko‘rsatkich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Faoliyat rentabelligi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Sotish rentabelligi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Aktivlar rentabelligi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O‘z va jalb qilingan mablag‘lar rentabelligi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Mehnat va nomoddiy aktivlar rentabelligi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Rentabellik tahlilining asosiy vazifasi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15.1. Rentabellik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Ko‘rsatkichni faqat hisoblash yetarli emas.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Uning o‘zgarishi, sabablarini va omillar ta’sirini aniqlash kerak.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Tahlil yakunida rentabellikni oshirishning ichki imkoniyatlari aniqlanadi.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15.2. Omilli tahlilning maqsadi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Iqtisodiy salohiyat omillari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Turistik korxona samaradorligini oshirishning ichki rezervlarini topish.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Rentabellik o‘zgarishini asosiy vositalar, aylanma mablag‘lar va mehnat resurslari bilan bog‘lash.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Har bir omilning ta’sirini alohida hisoblash.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Umumiy rentabellik formulasi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Iqtisodiy salohiyat omillari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 = Sof foyda / Sof tushum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Asosiy 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15.2-paragrafda rentabellik sof foydaning sof tushumga nisbati sifatida olinadi.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Iqtisodiy salohiyat bilan bog‘liq ko‘p omilli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Iqtisodiy salohiyat omillari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 = (Sf/Av) × (Av/Ih) × (Ih/Aym) × (Aym/St)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Model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Ko‘paytma qisqartirilganda Sf/St hosil bo‘ladi. Bu rentabellikni 4 ta iqtisodiy omil bilan bog‘laydi.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1-omil: asosiy vositalar rentabellik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Omillar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Kavr = Sof foyda / Asosiy vositalar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Ko‘rsatkich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Asosiy vositalarning foyda yaratish samaradorligini ifodalaydi.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2-omil: mehnatning qurollanganlik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Omillar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Kmq = Asosiy vositalar / Mehnat haqi (yoki mehnat resurslari qiymati)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Ko‘rsatkich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Mehnatning moddiy-texnik vositalar bilan ta’minlanganlik darajasini ifodalaydi.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3-omil: aylanma mablag‘larning mehnatlilik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Omillar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Kaymm = Mehnat haqi / Aylanma mablag‘lar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Ko‘rsatkich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Xizmat ko‘rsatish jarayonida aylanma mablag‘lar bilan mehnat resurslari nisbatini ifodalaydi.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4-omil: sof tushumning aylanma mablag‘lar bilan fondliligi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Omillar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KstAym = Aylanma mablag‘lar / Sof tushum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Ko‘rsatkich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Kitobdagi ta’rifda bu ko‘rsatkich turistik xizmatning moddiy ne’matlar bilan ta’minlanganligiga bilvosita bog‘lanadi.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Ko‘p omilli modelning qisqa ko‘rinishi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Omillar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R = Kavr × Kmq × Kaymm × KstAym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Model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Rentabellik o‘zgarishi to‘rtta omilning birgalikdagi ta’siri natijasida shakllanadi.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Omillar ta’sirini hisoblash usuli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Zanjirli almashtirish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Muallif an’anaviy iqtisodiy tahlil usullaridan zanjirli almashtirishni tavsiya qiladi.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Har bosqichda bitta reja yoki bazis ko‘rsatkichi haqiqiy qiymat bilan almashtiriladi.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Ketma-ket natijalar farqi tegishli omilning rentabellikka ta’sirini beradi.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1-omil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Zanjirli almashtirish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ΔR(Kavr) = R1 − R0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Birinchi bosqichda faqat asosiy vositalar rentabellik koeffitsiyenti haqiqiy qiymat bilan almashtiriladi.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2-omil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Zanjirli almashtirish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ΔR(Kmq) = R2 − 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Ikkinchi bosqichda mehnatning qurollanganlik koeffitsiyenti haqiqiy qiymat bilan almashtiriladi.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3-omil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Zanjirli almashtirish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ΔR(Kaymm) = R3 −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Uchinchi bosqichda aylanma mablag‘larning mehnatlilik koeffitsiyenti almashtiriladi.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4-omil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Zanjirli almashtirish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ΔR(KstAym) = Rhaq − R3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Oxirgi bosqichda aylanma mablag‘larning sof tushumga nisbati haqiqiy qiymat bilan olinadi.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Nazorat tengligi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Zanjirli almashtirish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ΔR = ΔR(Kavr) + ΔR(Kmq) + ΔR(Kaymm) + ΔR(KstAym)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Tekshiruv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Barcha omillar ta’siri rentabellikning umumiy o‘zgarishiga teng bo‘lishi kerak.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15.1-jadval: mutlaq ko‘rsatkichlar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“Shahrux” turistik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Hisobot yili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O‘sish %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Sof tushum, mln so‘m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311,1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424,7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+113,6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136,5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Asosiy vositalar, mln so‘m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283,4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317,8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+34,4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112,1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Aylanma mablag‘lar, mln so‘m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221,5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256,4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+34,9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115,8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Mehnat haqi, mln so‘m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63,2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86,3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+23,1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136,6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Foyda, mln so‘m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18,3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25,6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+7,3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139,9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15.1-jadval: asosiy natijalar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“Shahrux” turistik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Foyda o‘sishi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139,9%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Eng yuqori o‘sish foyda summasiga to‘g‘ri kelgan.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Mehnat haqi o‘sishi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136,6%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Mehnat haqi deyarli sof tushum sur’atida oshgan.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Sof tushum o‘sishi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136,5%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Sof tushumning o‘sishi ham yuqori.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va aylanma mablag‘lar o‘sishi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“Shahrux” turistik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Asosiy vositalar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112,1%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Resurslar o‘sishi foyda va tushum o‘sishidan ancha past.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Aylanma mablag‘lar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115,8%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Bu resurslar samaradorligi oshgan bo‘lishi mumkinligini anglatadi.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Rentabellik darajasi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“Shahrux” turistik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5,8823%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Bazis rentabellik.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6,0278%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davri rentabelligi.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+0,1455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Foyda sof tushumdan tezroq o‘sgani uchun rentabellik ortgan.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15.1-jadval: nisbiy ko‘rsatkichlar — qayta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Metodik tekshiruv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Hisobot yili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O‘zgarish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Kavr = Sf/Av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0,0646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0,0806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+0,0160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Kmq = Av/Ih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4,4842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3,6825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−0,8017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Kaymm = Ih/Aym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0,2853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0,3366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+0,0513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KstAym = Aym/St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0,7119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0,6037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−0,1082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R = Sf/St ×100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5,8824%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6,0278%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0">
                          <a:solidFill>
                            <a:srgbClr val="25313A"/>
                          </a:solidFill>
                        </a:defRPr>
                      </a:pPr>
                      <a:r>
                        <a:t>+0,1454 p.p.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15.1-jadvalda texnik nomuvofiqliklar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Metodik tekshiruv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Kitobda berilgan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Kmq va Kaymm qiymatlari matn ko‘chirishda joy almashgan ko‘rinadi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KstAym o‘tgan yil uchun 0,6676 deb berilgan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Farq −0,0639 ko‘rsatilgan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Formula bo‘yicha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Kmq = 283,4 / 63,2 = 4,4842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Kaymm = 63,2 / 221,5 = 0,2853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KstAym = 221,5 / 311,1 = 0,7119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Shu qiymatlar modelni aniq yopadi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zanjirli almashtirish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15.2-jadval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1-omil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+0,9929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Asosiy vositalar rentabelligi.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2-omil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−1,2290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Mehnatning qurollanganligi.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3-omil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+1,0153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Aylanma mablag‘larning mehnatliligi.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4-omil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−0,6337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Sof tushumning aylanma mablag‘lar bilan fondliligi.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omillar yig‘indisi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15.2-jadval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0,9929 − 1,2290 + 1,0153 − 0,6337 = +0,1455%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Nazorat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Muallif keltirgan omillar yig‘indisi rentabellikning umumiy +0,1455 foiz punkt o‘zgarishiga teng.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Ijobiy ta’sir ko‘rsatgan omillar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Omilli tahlil xulosasi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Asosiy vositalar rentabelligi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+0,9929 p.p.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Asosiy vositalar foyda yaratish samaradorligi oshgan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Aylanma mablag‘larning mehnatliligi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+1,0153 p.p.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Mehnat va aylanma mablag‘lar nisbatidagi o‘zgarish ijobiy ta’sir qilgan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Salbiy ta’sir ko‘rsatgan omillar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Omilli tahlil xulosasi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Mehnatning qurollanganligi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−1,2290 p.p.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Asosiy vositalarning mehnat haqiga nisbati pasaygan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Sof tushumning fondliligi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−0,6337 p.p.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Aylanma mablag‘lar / sof tushum koeffitsiyenti kamaygan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Rentabellik omillarining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Omilli tahlil xulosasi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49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41732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Ichki imkoniyatlar qayerda?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Omilli tahlil xulosasi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Muallif salbiy ta’sir qilgan 2- va 4-omillarni ichki rezerv deb ko‘rsatadi.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Mehnatning qurollanganlik koeffitsiyentini bazis darajasida saqlash rentabellikni yana 1,2290 p.p. oshirishi mumkin edi.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KstAym koeffitsiyentini bazis darajasida saqlash yana 0,6337 p.p. imkoniyat bergan bo‘lar edi.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potensial rentabellik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Omilli tahlil xulosasi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6,0278 + 1,2290 + 0,6337 = 7,8905%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Ichki rezervlar hisobga olinganda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Muallif salbiy omillar bartaraf etilganda rentabellik darajasi 7,8905% bo‘lishi mumkinligini ko‘rsatadi.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boshqaruv xulosasi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15.2. Omilli tahlil xulosasi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Asosiy vositalardan samarali foydalanish foydani oshiradi.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Mehnat resurslarini texnik vositalar bilan muvofiqlashtirish zarur.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Aylanma mablag‘lar va mehnat xarajatlari nisbatini optimallashtirish kerak.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Sof tushumning resurslarga nisbatan o‘sish sur’atini doimiy monitoring qilish lozim.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Rentabellikni oshirishning amaliy yo‘llari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Amaliy tavsiyalar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Xizmatlar hajmi va turistlar oqimini oshirish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Bir turistga to‘g‘ri keladigan o‘rtacha tushumni ko‘paytirish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Xarajatlarni optimallashtirish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Asosiy va aylanma mablag‘lar aylanishini tezlashtirish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Nomoddiy aktivlardan samarali foydalanish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Mehnat unumdorligini oshirish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Qarz kapitali qiymatini va moliyaviy riskni nazorat qilish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mini-keys: faoliyat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firma sof foydasi — 72 mln so‘m.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Ko‘rsatilgan xizmatlar tannarxi — 900 mln so‘m.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Faoliyat rentabelligini hisoblang.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Natijani 100 so‘m xarajatga to‘g‘ri keladigan foyda sifatida izohlang.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87A80"/>
                </a:solidFill>
              </a:defRPr>
            </a:pPr>
            <a:r>
              <a:t>Nazorat: 72 / 900 × 100 = 8,0%.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mini-keys: aktivlar rentabelligi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Sof foyda — 96 mln so‘m.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Jami aktivlarning o‘rtacha yillik qiymati — 1 600 mln so‘m.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Aktivlar rentabelligini hisoblang.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Agar keyingi yilda foyda 110 mln, aktivlar 1 650 mln bo‘lsa, rentabellik qanday o‘zgaradi?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87A80"/>
                </a:solidFill>
              </a:defRPr>
            </a:pPr>
            <a:r>
              <a:t>Nazorat: 6,0% → 6,67%; o‘sish ≈ 0,67 foiz punkt.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mini-keys: rentabellik omillari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Kavr 0,05 dan 0,06 ga oshdi; Kmq 4,0 dan 3,8 ga tushdi; Kaymm 0,30 dan 0,32 ga oshdi; KstAym 0,70 dan 0,68 ga tushdi.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Zanjirli almashtirish usulida har bir omilning umumiy rentabellikka ta’sirini hisoblang.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Qaysi omillar ijobiy, qaysilari salbiy ta’sir ko‘rsatganini aniqlang.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Tayanch iboralar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Faoliyat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Sotish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Iqtisodiy salohiyat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Asosiy vositalar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Aylanma mablag‘lar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Nomoddiy aktivlar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Mehnat salohiyati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Moliyaviy salohiyat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O‘z mablag‘lari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Jalb qilingan mablag‘lar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Aktivlar rentabelligi</a:t>
            </a:r>
          </a:p>
          <a:p>
            <a:pPr>
              <a:spcAft>
                <a:spcPts val="600"/>
              </a:spcAft>
              <a:defRPr sz="1570">
                <a:solidFill>
                  <a:srgbClr val="25313A"/>
                </a:solidFill>
              </a:defRPr>
            </a:pPr>
            <a:r>
              <a:t>Zanjirli almashtirish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Nazorat savollari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Sotilgan mahsulot yoki ko‘rsatilgan xizmat rentabelligi qanday aniqlanadi?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Iqtisodiy salohiyat rentabelligi nimani ifodalaydi?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Asosiy vositalar rentabelligi qanday hisoblanadi?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Aylanma mablag‘lar rentabelligi nimani ko‘rsatadi?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Nomoddiy aktivlar rentabelligi qanday aniqlanadi?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Iqtisodiy salohiyat bilan bog‘liq omillar rentabellikka qanday ta’sir qiladi?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Metodik eslatma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XV bobdagi formulalar va “Shahrux” firmasi misoli taqdimotning asosiy manbasi sifatida saqlandi.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Kitobdagi ayrim texnik/arifmetik nomuvofiqliklar alohida slaydlarda ko‘rsatildi va formula bo‘yicha qayta hisoblandi.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Bu tuzatishlar mavzuning metodikasini o‘zgartirmaydi; aksincha, formulalar va jadval natijalarining o‘zaro mosligini ta’minlaydi.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15-mavzu |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Rentabellik foydaning resurslar, xarajatlar, sotuv va kapitalga nisbatan samaradorligini ifodalaydi.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Turistik korxona uchun rentabellik ko‘rsatkichlari yagona tizimda tahlil qilinishi lozim.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Omilli tahlil rentabellikning o‘zgarish sabablarini aniqlab, ichki rezervlarni ko‘rsatadi.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“Shahrux” firmasi misolida rentabellik 5,8823% dan 6,0278% gacha oshgan, biroq ikki salbiy omil bartaraf etilganda 7,8905% ga yetishi mumkinligi ko‘rsatilgan.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