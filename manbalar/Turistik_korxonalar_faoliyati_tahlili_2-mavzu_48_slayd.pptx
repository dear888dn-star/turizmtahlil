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A.N. Xoliqulov — “Turistik korxonalar faoliyati tahlili” (2024)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44200" y="65196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2-mavzu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43000"/>
            <a:ext cx="10515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TURISTIK KORXONALAR FAOLIYATINI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BAHOLASH VA TAHLIL QILISHDA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QO‘LLANILADIGAN USULLAR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E7F5"/>
                </a:solidFill>
              </a:rPr>
              <a:t>Ularning tasnifi va tavsifi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5166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6E8"/>
                </a:solidFill>
              </a:rPr>
              <a:t>A.N. Xoliqulov, “Turistik korxonalar faoliyati tahlili”, 2024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D6E8"/>
                </a:solidFill>
              </a:rPr>
              <a:t>II bob, 34–74-betlar asosida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464040" y="685800"/>
            <a:ext cx="1691640" cy="5257800"/>
          </a:xfrm>
          <a:prstGeom prst="rect">
            <a:avLst/>
          </a:prstGeom>
          <a:solidFill>
            <a:srgbClr val="C79A3B">
              <a:alpha val="92000"/>
            </a:srgbClr>
          </a:solidFill>
          <a:ln w="12700">
            <a:solidFill>
              <a:srgbClr val="C79A3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rejasi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342900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63040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7824" y="1874520"/>
            <a:ext cx="313639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Tahlil usullarining tasnifi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417320"/>
            <a:ext cx="3429000" cy="329184"/>
          </a:xfrm>
          <a:prstGeom prst="rect">
            <a:avLst/>
          </a:prstGeom>
          <a:solidFill>
            <a:srgbClr val="4F7F5F"/>
          </a:solidFill>
          <a:ln w="12700">
            <a:solidFill>
              <a:srgbClr val="4F7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463040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35424" y="1874520"/>
            <a:ext cx="313639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An’anaviy tahlil usullarining tavsifi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417320"/>
            <a:ext cx="3429000" cy="329184"/>
          </a:xfrm>
          <a:prstGeom prst="rect">
            <a:avLst/>
          </a:prstGeom>
          <a:solidFill>
            <a:srgbClr val="C79A3B"/>
          </a:solidFill>
          <a:ln w="12700">
            <a:solidFill>
              <a:srgbClr val="C79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463040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93024" y="1874520"/>
            <a:ext cx="3136392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Matematik modellarning asosiy tiplari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103327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Taqqoslash, muvozanat, qayta hisoblash, zanjirli almashtirish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Nisbiy miqdorlar, indeks, farqlash, integral va kichik sonlar usuli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Additiv, multiplikativ va kasrli modellar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Dars yakunida talaba nimalarni bilishi kerak?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Tahlil usullarini an’anaviy va iqtisodiy-matematik guruhlarga ajratish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Har bir an’anaviy usulning mohiyati va qo‘llanish holatini tushuntirish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Omilli tahlilda natijaga ta’sir qiluvchi omillarni hisoblash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Additiv, multiplikativ va kasrli modellarni farqlash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Tahlil natijalaridan boshqaruv qarorlarida foydalanish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Bozor sharoitida tahlil usullarining roli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Rejali iqtisodiyotdagi yondashuvdan farqli ravishda, tahlil endi korxonaning ichki imkoniyatlarini moliyaviy-xo‘jalik faoliyatini yaxshilashga safarbar etadi.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Raqobat sharoitida samaradorlik, moliyaviy barqarorlik va istiqbolni baholash zarur.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Tahlil natijalarining ayrim jihatlari korxonaning tijorat siri bo‘lishi mumkin.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Shuning uchun umumiy metodlardan foydalanilgan holda har bir korxonaning o‘ziga xos ichki imkoniyatlari aniqlanadi.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 usullarining ikki asosiy guruhi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600200"/>
            <a:ext cx="47091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00200"/>
            <a:ext cx="470916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645920"/>
            <a:ext cx="4489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AN’ANAVIY USULLAR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0704" y="2057400"/>
            <a:ext cx="4416552" cy="2953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Taqqoslash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Muvozanat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Farqlash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Qayta hisoblash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Zanjirli almashtirish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Indeks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Integral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Nisbiy ko‘rsatkichlar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37960" y="1600200"/>
            <a:ext cx="47091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00200"/>
            <a:ext cx="4709160" cy="329184"/>
          </a:xfrm>
          <a:prstGeom prst="rect">
            <a:avLst/>
          </a:prstGeom>
          <a:solidFill>
            <a:srgbClr val="C79A3B"/>
          </a:solidFill>
          <a:ln w="12700">
            <a:solidFill>
              <a:srgbClr val="C79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7688" y="1645920"/>
            <a:ext cx="4489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IQTISODIY-MATEMATIK USULLAR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84264" y="2057400"/>
            <a:ext cx="4416552" cy="2953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Modellar: additiv, multiplikativ, kasrli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Usullar: chiziqli, korrelyatsiya, regressiya, dasturlash, o‘yin nazariyasi va boshqalar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5989320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96780"/>
                </a:solidFill>
              </a:rPr>
              <a:t>Manba: kitobdagi 2.1-chizma mazmuni, 36-bet.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An’anaviy usullar nimasi bilan muhim?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Iqtisodiy tahlil vujudga kelgan davrdan boshlab qo‘llanib kelinadigan usullar.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Asosan mikroiqtisodiy tahlilda keng qo‘llaniladi.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Ko‘rsatkichlar o‘rtasidagi farq, nisbat va funksional bog‘liqlikni aniqlashga xizmat qiladi.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Ko‘plab omilli tahlil masalalarida sodda va amaliy hisob-kitoblarni bajarish imkonini beradi.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Iqtisodiy-matematik yondashuv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Tahlil fanining rivojlanishi, EHM va matematik usullarning qo‘llanilishi bilan kengaydi.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Ko‘p omilli, murakkab va o‘zaro bog‘liq iqtisodiy jarayonlarni model orqali ifodalashga yordam beradi.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Kitobda asosiy model tiplari sifatida additiv, multiplikativ va kasrli modellar ajratilgan.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Makroiqtisodiy tahlilda matematik usullar ko‘proq qo‘llaniladi.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2.2.1. Taqqoslash usuli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Turistik korxonalar xo‘jalik faoliyatini tahlil qilishning eng ko‘p uchraydigan boshlang‘ich usuli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Taqqoslash usulining mohiyati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Tahlil odatda taqqoslashdan boshlanadi.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Taqqoslash orqali tahlil qilinayotgan ko‘rsatkichning farqi aniqlanadi.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Qolgan ko‘plab usullar aynan shu aniqlangan farqning sabablarini va omillarini izohlaydi.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Taqqoslash uchun mutlaq, nisbiy va o‘rtacha miqdorlardan foydalaniladi.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Tahlilda qo‘llaniladigan miqdorlar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3832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338328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544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MUTLAQ MIQDOR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7824" y="1965960"/>
            <a:ext cx="3090672" cy="2542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Sanash yoki o‘lchash orqali aniqlanadi.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Misol: turistlar soni, xodimlar soni, sof tushum.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33832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508760"/>
            <a:ext cx="3383280" cy="329184"/>
          </a:xfrm>
          <a:prstGeom prst="rect">
            <a:avLst/>
          </a:prstGeom>
          <a:solidFill>
            <a:srgbClr val="4F7F5F"/>
          </a:solidFill>
          <a:ln w="12700">
            <a:solidFill>
              <a:srgbClr val="4F7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5544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NISBIY MIQDOR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35424" y="1965960"/>
            <a:ext cx="3090672" cy="2542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Mutlaq miqdorlarni o‘zaro bo‘lish orqali hosil bo‘ladi.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Misol: o‘sish sur’ati, ulush, reja bajarilishi.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33832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508760"/>
            <a:ext cx="3383280" cy="329184"/>
          </a:xfrm>
          <a:prstGeom prst="rect">
            <a:avLst/>
          </a:prstGeom>
          <a:solidFill>
            <a:srgbClr val="C79A3B"/>
          </a:solidFill>
          <a:ln w="12700">
            <a:solidFill>
              <a:srgbClr val="C79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5544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O‘RTACHA MIQDOR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93024" y="1965960"/>
            <a:ext cx="3090672" cy="2542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Umumiy tendensiya va qonuniyatlarni aniqlashda qo‘llanadi.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Tasodifiy tebranishlarni yumshatadi.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Nisbiy miqdorlarning asosiy turlari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Reja topshirig‘i va uning bajarilishini ifodalovchi nisbiy miqdor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O‘zgarish sur’atini ifodalovchi nisbiy miqdor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Tarkibni ifodalovchi nisbiy miqdor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Me’yor, etalon yoki o‘rtachaga nisbatan erishilgan daraja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Intensivlik darajasini ifodalovchi nisbiy miqdor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2.2.2. Muvozanat usuli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Natija va omillar o‘rtasidagi funksional bog‘lanish hamda xo‘jalik muvozanatini tahlil qilish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Muvozanat usulining asosiy formulasi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96596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213969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Zyb + KT = T + Xch + Zox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30449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Tovar zaxiralari va tovar aylanmasi o‘rtasidagi muvozanat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3383280"/>
            <a:ext cx="80467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Zyb — yil boshidagi tovar zaxirasi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KT — kelib tushgan tovarlar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T — tovar aylanmasi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Xch — turli sabablarga ko‘ra chiqib ketish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Zox — yil oxiridagi tovar zaxirasi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Natija ko‘rsatkichini ajratib olish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92024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20939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T = Zyb + KT − Xch − Zox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99923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Tovar aylanmasiga to‘rtta omil ta’sir qiladi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1014984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Yil boshidagi zaxira va kelib tushgan tovarlar ko‘payishi — ijobiy ta’sir.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Turli chiqimlar va yil oxiridagi zaxira ko‘payishi — salbiy ta’sir.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Omillar ta’siri yig‘indisi natijaning umumiy farqiga teng bo‘lishi kerak.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Muvozanat usuli: kitobdagi misol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347472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Ko‘rsatkich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Rejada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Hisobotda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Farqi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Ta’sir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Boshlang‘ich zaxira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648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641.8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-6.2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-6.2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Kelib tushgan tovarlar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3069.8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3176.1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106.3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106.3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Har xil chiqim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0.4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0.3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-0.1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0.1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Oxirgi zaxira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695.9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698.3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-3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Tovar aylanmasi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3021.5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3118.7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97.2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58368" y="5989320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96780"/>
                </a:solidFill>
              </a:rPr>
              <a:t>Kitobdagi 2.1-jadval: umumiy o‘zgarish +97,2 ming so‘m.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2.2.3. Qayta hisoblash usuli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Natijaga bir yoki ikki omil ta’sir qilganda qulay qo‘llaniladigan omilli tahlil usuli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Qayta hisoblash usuli: asosiy bog‘lanish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82880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20025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T = Ak × 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90779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 — sof tushum; Ak — asosiy kapital; Ks — kapital samaradorligi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338328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55701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Tqh = Ak₁ × Ks₀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446227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Qayta hisoblangan natija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Qayta hisoblash: omillar ta’siri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1498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Asosiy kapital o‘zgarishining ta’siri: ΔTak = Tqh − T₀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Kapital samaradorligi o‘zgarishining ta’siri: ΔTks = T₁ − Tqh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</a:rPr>
              <a:t>Tekshiruv: ΔT = ΔTak ± ΔTks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" y="5989320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96780"/>
                </a:solidFill>
              </a:rPr>
              <a:t>Kitobdagi usul mohiyati: reja natijasi birinchi omilning haqiqiy miqdori bilan qayta hisoblanadi.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Qayta hisoblash: kitobdagi natija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3832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338328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9164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SOF TUSHUM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" y="2103120"/>
            <a:ext cx="3090672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42 850 → 44 520 ming so‘m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Farq: +1 670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3832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645920"/>
            <a:ext cx="3383280" cy="329184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69164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ASOSIY KAPITAL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35424" y="2103120"/>
            <a:ext cx="3090672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26 664,5 → 26 531,6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Ta’sir: −213,7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645920"/>
            <a:ext cx="33832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645920"/>
            <a:ext cx="3383280" cy="329184"/>
          </a:xfrm>
          <a:prstGeom prst="rect">
            <a:avLst/>
          </a:prstGeom>
          <a:solidFill>
            <a:srgbClr val="4F7F5F"/>
          </a:solidFill>
          <a:ln w="12700">
            <a:solidFill>
              <a:srgbClr val="4F7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69164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SAMARADORLIK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01584" y="2103120"/>
            <a:ext cx="3090672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160,7 → 167,8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Ta’sir: +1 883,7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63040" y="434340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91640" y="45171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−213,7 + 1 883,7 = +1 670,0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42239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Omillar ta’siri umumiy natija farqiga teng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2.2.4. Zanjirli almashtirish usuli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Natijaga uchta va undan ko‘p omil funksional bog‘langan hollarda qo‘llanadi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Zanjirli almashtirish: uch omilli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82880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20025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T = X × K × 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90779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X — xodimlar soni; K — o‘rtacha ish kunlari; M — bir kunlik mehnat unumdorligi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3337560"/>
            <a:ext cx="98755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1-bosqich: X ning haqiqiy qiymati qo‘yiladi.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2-bosqich: K ning haqiqiy qiymati qo‘yiladi.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3-bosqich: M ning haqiqiy qiymati qo‘yiladi.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Har bir bosqichdagi natijalar farqi tegishli omil ta’sirini beradi.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Zanjirli almashtirish: hisoblash ketma-ketligi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80160" y="1417320"/>
            <a:ext cx="932688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Tx = X₁ × K₀ × M₀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Tk = X₁ × K₁ × M₀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T₁ = X₁ × K₁ × M₁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ΔTx = Tx − T₀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ΔTk = Tk − Tx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ΔTm = T₁ − Tk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Zanjirli almashtirish: amaliy misol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34747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347472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00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AHOLI SONI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23544" y="2011680"/>
            <a:ext cx="3182112" cy="1490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50 265 → 50 986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Ta’sir: +406,8 ming so‘m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1554480"/>
            <a:ext cx="34747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61688" y="1554480"/>
            <a:ext cx="3474720" cy="329184"/>
          </a:xfrm>
          <a:prstGeom prst="rect">
            <a:avLst/>
          </a:prstGeom>
          <a:solidFill>
            <a:srgbClr val="4F7F5F"/>
          </a:solidFill>
          <a:ln w="12700">
            <a:solidFill>
              <a:srgbClr val="4F7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1600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PUL DAROMADI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07992" y="2011680"/>
            <a:ext cx="3182112" cy="1490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778,2 → 781,6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Ta’sir: +125,7 ming so‘m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4747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554480"/>
            <a:ext cx="3474720" cy="329184"/>
          </a:xfrm>
          <a:prstGeom prst="rect">
            <a:avLst/>
          </a:prstGeom>
          <a:solidFill>
            <a:srgbClr val="C79A3B"/>
          </a:solidFill>
          <a:ln w="12700">
            <a:solidFill>
              <a:srgbClr val="C79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600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QAMRAB OLISH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01584" y="2011680"/>
            <a:ext cx="3182112" cy="1490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72,5% → 76,4%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Ta’sir: +1 554,2 ming so‘m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63040" y="416052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91640" y="433425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406,8 + 125,7 + 1 554,2 = 2 086,7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23951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Sof tushumning umumiy o‘sishi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Zanjirli almashtirish: rentabellik modeli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73736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191109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R = F / (Ak + Am)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8163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F — sof foyda; Ak — asosiy kapital; Am — aylanma kapital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2412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Foyda summasi o‘zgarishi rentabellik darajasiga bevosita ta’sir qiladi.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Asosiy va aylanma kapitaldagi o‘zgarishlar ham alohida zanjirli almashtirish orqali hisoblanadi.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Kitobdagi misolda umumiy rentabellik o‘zgarishi +0,009 foiz punktni tashkil etgan.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2.2.5. Nisbiy miqdorlardan foydalanish usuli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Omillar ta’sirini ularning nisbiy o‘zgarishi orqali baholash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Nisbiy miqdorlar usuli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73736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191109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M = I × MU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8163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M — mahsulot hajmi; I — ishchilar soni; MU — mehnat unumdorligi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33272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Natijaning o‘sish sur’ati 100% deb qabul qilinadi.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Har bir omilning o‘sish sur’ati natijaning o‘sishidagi ulushga aylantiriladi.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Kitob misolida mahsulot o‘sishining 55,6%i ishchilar soni, 44,4%i mehnat unumdorligi hisobiga yuzaga kelgan.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Nisbiy usul: mutlaq natijaga o‘tish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69164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UMUMIY O‘SISH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0704" y="2103120"/>
            <a:ext cx="2816352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+795,0 ming so‘m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(30 245 − 29 450)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645920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645920"/>
            <a:ext cx="3108960" cy="329184"/>
          </a:xfrm>
          <a:prstGeom prst="rect">
            <a:avLst/>
          </a:prstGeom>
          <a:solidFill>
            <a:srgbClr val="4F7F5F"/>
          </a:solidFill>
          <a:ln w="12700">
            <a:solidFill>
              <a:srgbClr val="4F7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69164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ISHCHILAR SONI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72584" y="2103120"/>
            <a:ext cx="2816352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55,6%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→ +442,0 ming so‘m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645920"/>
            <a:ext cx="3108960" cy="329184"/>
          </a:xfrm>
          <a:prstGeom prst="rect">
            <a:avLst/>
          </a:prstGeom>
          <a:solidFill>
            <a:srgbClr val="C79A3B"/>
          </a:solidFill>
          <a:ln w="12700">
            <a:solidFill>
              <a:srgbClr val="C79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69164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UNUMDORLIK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84464" y="2103120"/>
            <a:ext cx="2816352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44,4%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→ +353,0 ming so‘m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63040" y="438912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91640" y="456285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442,0 + 353,0 = 795,0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46811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Ikki omil ta’siri umumiy natijani beradi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2.2.6. Indeks usuli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Natijaga miqdor va baho kabi omillarning nisbiy hamda mutlaq ta’sirini bir vaqtda aniqlash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Indeks usulining bazaviy modeli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69164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18653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Jqp = Σ(q₁p₁) / Σ(q₀p₀)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77063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Mahsulot qiymati indeksining umumiy ko‘rinishi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1024128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Miqdor omili: ΔQq = Σ(q₁p₀) − Σ(q₀p₀)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Baho omili: ΔQp = Σ(q₁p₁) − Σ(q₁p₀)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Umumiy mutlaq farq: ΔQ = Σ(q₁p₁) − Σ(q₀p₀)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Omillar indekslari ko‘paytmasi umumiy indeksga teng bo‘lishi kerak.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Indeks usuli: kitobdagi mahsulot misoli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338328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0020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UMUMIY INDEKS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" y="2011680"/>
            <a:ext cx="3090672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1,190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yoki 119,0%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554480"/>
            <a:ext cx="3383280" cy="329184"/>
          </a:xfrm>
          <a:prstGeom prst="rect">
            <a:avLst/>
          </a:prstGeom>
          <a:solidFill>
            <a:srgbClr val="4F7F5F"/>
          </a:solidFill>
          <a:ln w="12700">
            <a:solidFill>
              <a:srgbClr val="4F7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60020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MIQDOR INDEKSI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35424" y="2011680"/>
            <a:ext cx="3090672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1,081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yoki 108,1%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554480"/>
            <a:ext cx="3383280" cy="329184"/>
          </a:xfrm>
          <a:prstGeom prst="rect">
            <a:avLst/>
          </a:prstGeom>
          <a:solidFill>
            <a:srgbClr val="C79A3B"/>
          </a:solidFill>
          <a:ln w="12700">
            <a:solidFill>
              <a:srgbClr val="C79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60020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BAHO INDEKSI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01584" y="2011680"/>
            <a:ext cx="3090672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1,101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yoki 110,1%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63040" y="425196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91640" y="442569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1,081 × 1,101 = 1,190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3309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Mutlaq ta’sir: +1 070 + 1 450 = +2 520 so‘m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2.2.7. Farqlash usuli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Omilning farqi va qolgan omillarning bazis yoki hisobot qiymatlaridan foydalanish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Farqlash usuli: ikki omilli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69164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18653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T = X × MU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77063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T — sof tushum; X — xodimlar soni; MU — mehnat unumdorligi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1024128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Xodimlar soni ta’siri: ΔTx = (X₁ − X₀) × MU₀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Mehnat unumdorligi ta’siri: ΔTmu = X₁ × (MU₁ − MU₀)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Tekshiruv: ΔT = ΔTx ± ΔTmu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Farqlash usuli: kitobdagi misol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1554480"/>
            <a:ext cx="3246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54480"/>
            <a:ext cx="324612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600200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XODIMLAR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4984" y="2011680"/>
            <a:ext cx="2953512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8 038 → 8 057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Ta’sir: +119,3 ming so‘m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1554480"/>
            <a:ext cx="3246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554480"/>
            <a:ext cx="3246120" cy="329184"/>
          </a:xfrm>
          <a:prstGeom prst="rect">
            <a:avLst/>
          </a:prstGeom>
          <a:solidFill>
            <a:srgbClr val="4F7F5F"/>
          </a:solidFill>
          <a:ln w="12700">
            <a:solidFill>
              <a:srgbClr val="4F7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600200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UNUMDORLIK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26864" y="2011680"/>
            <a:ext cx="2953512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6 282,0 → 6 365,5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Ta’sir: +672,7 ming so‘m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554480"/>
            <a:ext cx="3246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554480"/>
            <a:ext cx="3246120" cy="329184"/>
          </a:xfrm>
          <a:prstGeom prst="rect">
            <a:avLst/>
          </a:prstGeom>
          <a:solidFill>
            <a:srgbClr val="C79A3B"/>
          </a:solidFill>
          <a:ln w="12700">
            <a:solidFill>
              <a:srgbClr val="C79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600200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SOF TUSHUM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38744" y="2011680"/>
            <a:ext cx="2953512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50 495 → 51 287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Farq: +792,0 ming so‘m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63040" y="425196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91640" y="442569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119,3 + 672,7 = 792,0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3309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Omillar ta’siri umumiy farqqa teng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2.2.7. Integral usul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Ko‘paytma ko‘rinishidagi funksional bog‘liqlikda omillar ta’sirini aniqroq taqsimlash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Integral usulining afzalligi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463040"/>
            <a:ext cx="103327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Farqlash va zanjirli almashtirishda omillar ketma-ketligi natijaga ta’sir qilishi mumkin.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Integral usul omillar bir vaqtda o‘zgargan sharoitda qo‘shimcha o‘zaro ta’sirni omillar o‘rtasida taqsimlashga imkon beradi.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Kitobda usul ikki va uch omilli ko‘paytma modellar misolida yoritilgan.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U omilli tahlilning matematik jihatdan aniqroq usullaridan biri sifatida beriladi.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2.2.8. Kichik sonlardan foydalanish usuli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Reja bajarilishining umumlashtiruvchi ko‘rsatkichini mahsulot tarkibi va reja miqdorlari bilan aniqlash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Kichik sonlar usuli: kitobdagi misol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515600" cy="338328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219456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Mahsulot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Reja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Haqiqat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Hisobga olinadigan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Bajarilish, %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Mahsulot 1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140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Sovun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6100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101.7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Kunjara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6800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6800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97.1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Sariq yog‘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4150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103.8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Jami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22000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24050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21800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109.3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58368" y="5989320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96780"/>
                </a:solidFill>
              </a:rPr>
              <a:t>Kunjara rejasining 2,9% bajarilmagani sababli umumiy baholash 21800/22000×100 = 99,1% bo‘ladi.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7F1"/>
                </a:solidFill>
              </a:rPr>
              <a:t>2-MAVZU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2.3. Matematik modellarning tiplari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2"/>
                </a:solidFill>
              </a:rPr>
              <a:t>Turizmning ko‘p omilli va murakkab jarayonlarini ifodalash uchun modellashtirish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4251960"/>
            <a:ext cx="2743200" cy="0"/>
          </a:xfrm>
          <a:prstGeom prst="line">
            <a:avLst/>
          </a:prstGeom>
          <a:noFill/>
          <a:ln w="50800">
            <a:solidFill>
              <a:srgbClr val="C79A3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2.3.1. Additiv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69164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18653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Y = ΣXi = X₁ + X₂ + … + Xₙ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77063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Natija omillar yig‘indisidan iborat bo‘lganda qo‘llanadi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102412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Misol: bir nechta turistik firmalarning tushumlari yig‘indisi.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Yoki bitta turistik firmaning kunlar bo‘yicha tushumlari yig‘indisi.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Model sodda, ixcham va amaliyotda keng qo‘llanadi.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2.3.2. Multiplikativ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64592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181965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Y = ΠXi = X₁ × X₂ × … × Xₙ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72491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Natija omillar ko‘paytmasi orqali shakllanganda qo‘llanadi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324612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41985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M = Sh × Ts × Tsm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432511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Sh — shahobchalar soni; Ts — bir shahobchaga turistlar; Tsm — bir turistga sotuv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2.3.3. Kasrli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63040" y="1600200"/>
            <a:ext cx="9235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91640" y="17739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Y = X₁ / X₂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67919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Natija omillar nisbatidan hosil bo‘lganda qo‘llanadi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33272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Mehnat unumdorligi = sotilgan mahsulot hajmi / xodimlar soni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Rentabellik = sof foyda / sotilgan mahsulot hajmi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Fond samaradorligi = sotilgan mahsulot hajmi / fondlarning o‘rtacha yillik qiymati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Kasrli model surat yoki maxrajda additiv va multiplikativ modellarni ham birlashtirishi mumkin.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Qaysi modelni qachon tanlaymiz?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08760"/>
            <a:ext cx="3383280" cy="32918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544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ADDITIV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" y="1965960"/>
            <a:ext cx="3090672" cy="2633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Bog‘lanish: qo‘shish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Savol: natija qismlarning yig‘indisimi?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508760"/>
            <a:ext cx="3383280" cy="329184"/>
          </a:xfrm>
          <a:prstGeom prst="rect">
            <a:avLst/>
          </a:prstGeom>
          <a:solidFill>
            <a:srgbClr val="4F7F5F"/>
          </a:solidFill>
          <a:ln w="12700">
            <a:solidFill>
              <a:srgbClr val="4F7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5544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MULTIPLIKATIV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35424" y="1965960"/>
            <a:ext cx="3090672" cy="2633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Bog‘lanish: ko‘paytirish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Savol: natija omillarning ko‘paytmasimi?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508760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240">
            <a:solidFill>
              <a:srgbClr val="C9D3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508760"/>
            <a:ext cx="3383280" cy="329184"/>
          </a:xfrm>
          <a:prstGeom prst="rect">
            <a:avLst/>
          </a:prstGeom>
          <a:solidFill>
            <a:srgbClr val="C79A3B"/>
          </a:solidFill>
          <a:ln w="12700">
            <a:solidFill>
              <a:srgbClr val="C79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55448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KASRLI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01584" y="1965960"/>
            <a:ext cx="3090672" cy="2633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Bog‘lanish: bo‘lish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Savol: natija ikki ko‘rsatkich nisbatimi?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An’anaviy usullarni tanlash mantiqi</a:t>
            </a:r>
            <a:endParaRPr lang="en-US" sz="2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25880"/>
          <a:ext cx="10149840" cy="4480560"/>
        </p:xfrm>
        <a:graphic>
          <a:graphicData uri="http://schemas.openxmlformats.org/drawingml/2006/table">
            <a:tbl>
              <a:tblPr/>
              <a:tblGrid>
                <a:gridCol w="640080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Vaziyat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Mos usul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Faqat farq va dinamikani ko‘rish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Taqqoslash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Balans yoki muvozanat bog‘lanishi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Muvozanat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1–2 omilli funksional bog‘lanish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Qayta hisoblash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3 va undan ko‘p funksional omil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Zanjirli almashtirish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O‘sish ulushlarini taqsimlash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Nisbiy miqdorlar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Miqdor va baho omillari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Indeks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Ko‘paytma modeldagi farqlar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Farqlash / integral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Reja bajarilishini maxsus umumlashtirish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Kichik sonlar</a:t>
                      </a:r>
                      <a:endParaRPr lang="en-US" sz="1250" dirty="0"/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Tayanch tushunchalar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37160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Metod va metodologik asoslar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An’anaviy usullar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Taqqoslash, muvozanat, qayta hisoblash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Zanjirli almashtirish, indeks, farqlash, integral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Nisbiy miqdorlar va kichik sonlar usuli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Iqtisodiy-matematik usullar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Additiv, multiplikativ va kasrli modellar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Iqtisodiy tahlilda qo‘llaniladigan usullar qanday guruhlarga bo‘linadi?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Taqqoslash va muvozanat usullarining mohiyati nimadan iborat?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Qayta hisoblash va zanjirli almashtirish usullari qaysi holatlarda qo‘llanadi?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Indeks usuli nimasi bilan qulay?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Farqlash va integral usullarining farqi nimada?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Additiv, multiplikativ va kasrli modellarga turistik korxona misolini keltiring.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topshiriq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417320"/>
            <a:ext cx="10332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Turistik korxonaning sof tushumi xodimlar soni va mehnat unumdorligiga bog‘liq deb oling.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Bazis davr: 50 xodim, bir xodimga 12 mln so‘m tushum.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Hisobot davri: 54 xodim, bir xodimga 13 mln so‘m tushum.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Farqlash usuli yordamida har bir omilning sof tushum o‘zgarishiga ta’sirini hisoblang.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Natijani tekshiring va qisqa boshqaruv xulosasini yozing.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58368" y="5989320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96780"/>
                </a:solidFill>
              </a:rPr>
              <a:t>Bu slayddagi sonlar o‘qitish maqsadida tuzilgan amaliy mashq; kitobdagi statistik ma’lumot emas.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bo‘yicha xulosa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463040"/>
            <a:ext cx="103327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Turistik korxona faoliyatini tahlil qilishda yagona usul yetarli emas — vazifaga mos metod tanlanadi.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An’anaviy usullar omilli tahlilning amaliy va tushunarli asosini beradi.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Matematik modellar iqtisodiy bog‘lanishlarni ixcham ifodalash va murakkab jarayonlarni tizimlashtirishga xizmat qiladi.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Tahlilning yakuniy maqsadi — ichki imkoniyatlarni aniqlash va asoslangan boshqaruv qarorlarini ishlab chiqish.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Asosiy manba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A.N. Xoliqulov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“TURISTIK KORXONALAR FAOLIYATI TAHLILI”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O‘quv qo‘llanma. Samarqand: “STEP-SEL” MChJ nashriyoti, 2024.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II bob: 34–74-betlar.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834640" y="4389120"/>
            <a:ext cx="6492240" cy="0"/>
          </a:xfrm>
          <a:prstGeom prst="line">
            <a:avLst/>
          </a:prstGeom>
          <a:noFill/>
          <a:ln w="38100">
            <a:solidFill>
              <a:srgbClr val="C79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6634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Taqdimotning asosiy mazmuni aynan ushbu bob asosida tuzildi.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51967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Dars materiallari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Turistik korxonalar faoliyatini baholash va tahlil qilishda qo‘llaniladigan usullar</dc:title>
  <dc:subject>Turistik korxonalar faoliyati tahlili - 2-mavzu</dc:subject>
  <dc:creator>OpenAI</dc:creator>
  <cp:lastModifiedBy>OpenAI</cp:lastModifiedBy>
  <cp:revision>1</cp:revision>
  <dcterms:created xsi:type="dcterms:W3CDTF">2026-09-14T17:39:52Z</dcterms:created>
  <dcterms:modified xsi:type="dcterms:W3CDTF">2026-09-14T17:39:52Z</dcterms:modified>
</cp:coreProperties>
</file>