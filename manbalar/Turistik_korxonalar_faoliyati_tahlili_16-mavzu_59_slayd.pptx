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16-MAVZU</a:t>
            </a:r>
          </a:p>
          <a:p>
            <a:pPr>
              <a:spcBef>
                <a:spcPts val="1000"/>
              </a:spcBef>
              <a:defRPr sz="3400" b="1">
                <a:solidFill>
                  <a:srgbClr val="FFFFFF"/>
                </a:solidFill>
              </a:defRPr>
            </a:pPr>
            <a:r>
              <a:t>Turistik korxonalarda zararsizlik (foydalilik) nuqtasini baholash va tahlil qilish yo‘llari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XVI bob, 268–275-betlar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Zararsizlik nuqtasining iqtisodiy mazmunini tushuntirish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Qiymat, tarkib va natural usullarni o‘rganish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Marjinal daromad va xarajatlar asosida biznes qarorlarini asoslash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Zararsizlik nuqtasini uch usulda hisoblay oladi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va o‘zgaruvchan xarajatlarni ajrata oladi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Maqsadli foyda uchun zarur sotish hajmini aniqlaydi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16.1. Zararsizlik nuqtasini aniqlash usullari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Marjinal daromad, doimiy va o‘zgaruvchan xarajatlar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Qiymat, tarkib va natural ko‘rsatkichlarda hisoblash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16.2. Usullar bo‘yicha tahlil va omillar ta’siri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Biznes-reja va boshqaruv qarorlarida qo‘llash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Zararsizlik nuqtasi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Mohiyati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Jami daromad jami xarajatga teng bo‘ladigan faoliyat hajmi.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 nuqtada foyda 0 ga teng va zarar yo‘q.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Nuqtadan past hajm — zarar, undan yuqori hajm — foyda zonasi.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Nega turistik firma uchun muhim?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Mohiyati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xizmatlar mavsumiy va tashqi omillarga sezgir.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Minimal sotish hajmini oldindan bilish biznes xavfini kamaytiradi.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Narx, xarajat, sotish hajmi va foyda o‘rtasidagi bog‘liqlikni ko‘rsatadi.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Marjinal tahlilning markaziy ko‘rsatkichi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Mohiyati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Zararsizlik nuqtasi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Minimal xavfsiz sotish hajmi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Xarajatlarni qoplash chegarasi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Foyda boshlanadigan nuqta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Marjinal tahlil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Tushum va o‘zgaruvchan xarajat farqi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xarajatlarni qoplash imkoniyati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Boshqaruv qarorlariga asos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tushunchalar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Mohiyati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Tushum — sotilgan xizmatlardan jami mablag‘.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O‘zgaruvchan xarajat — hajmga qarab o‘zgaradi.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Doimiy xarajat — qisqa davrda hajmga to‘g‘ridan-to‘g‘ri bog‘liq emas.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Marjinal daromad — tushumdan o‘zgaruvchan xarajatlar ayrilgandan keyingi qism.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— marjinal daromaddan doimiy xarajatlar qoplangandan keyingi natija.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Marjinal daromadning ikki ifodasi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Mohiyati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Md = Tushum − O‘zgaruvchan xarajat = Doimiy xarajat + Foyda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Kitobda ayniqsa Md = Dx + F formulasi ishlatiladi.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Zararsizlik nuqtasini aniqlashning 3 usuli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16.1. Usullar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Qiymat usuli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so‘mda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tushum summasi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Tarkib usuli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foizda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Rejadagi ish hajmining minimal ulushi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Natural usul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birlikda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sotish miqdori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amaliy ma’lumotlar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Dastlabki ma’lumotlar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Jami sotish tushumi — 17 416,5 ming so‘m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Sotilgan mahsulot/xizmat miqdori — 2 342,3 birlik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Bir birlik o‘zgaruvchan xarajat — 3 472 so‘m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Jami o‘zgaruvchan xarajat — 8 132,5 ming so‘m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Jami doimiy xarajat — 7 631,3 ming so‘m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Foyda — 1 652,7 ming so‘m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Dastlabki nazorat: tushum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Dastlabki ma’lumotlar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Tushum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17 416,5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Jami sotish tushumi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O‘zgaruvchan xarajat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8 132,5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Faoliyat hajmiga bog‘liq xarajatlar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Marjinal daromad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9 284,0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17 416,5 − 8 132,5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Marjinal daromadni kitob usulida tekshirish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Dastlabki ma’lumotlar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Md = Dx + F = 7 631,3 + 1 652,7 = 9 284,0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Tushum − o‘zgaruvchan xarajat usuli bilan ham shu natija chiqadi.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Doimiy xarajatlarning marjinal daromaddagi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Dxu = Dx / Md × 100 = 82,2%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7 631,3 / 9 284,0 × 100 = 82,2%.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Qiymat usuli qachon qo‘llanadi?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Firma bir nechta turdagi xizmatlarni sotganda.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Narxlar nisbatan barqaror bo‘lganda.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nuqtasini pul ko‘rinishida ifodalash kerak bo‘lganda.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Qiymat usulining asosiy formulasi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 = Mh × Dx /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Jami tushum doimiy xarajatlarning marjinal daromaddagi ulushiga ko‘paytiriladi.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Qiymat usuli: amaliy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 = 17 416,5 × 7 631,3 / 9 284,0 = 14 316,1 ming so‘m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Firma kamida 14 316,1 ming so‘mlik xizmat sotganda zarar ko‘rmaydi.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14 316,1 ming so‘m nimani anglatadi?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Sotish past bo‘lsa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Xarajatlar to‘liq qoplanmaydi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Faoliyat zarar bilan yakunlanadi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Sotish yuqori bo‘lsa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xarajatlar qoplanadi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Qo‘shimcha marjinal daromad foydaga aylanadi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Metodik tekshiruv: standart CVP ko‘rinishi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 = Dx / (Md / Mh) ≈ 14 316,1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Kitobdagi usul standart marjinal daromad ulushi formulasi bilan aynan bir xil natija beradi.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Marjinal daromad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Md / Tushum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53,3%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Har 100 so‘m tushumning 53,3 so‘mi doimiy xarajat va foydani qoplaydi.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Dx /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Marjinal daromadning 82,2 foizi doimiy xarajatni qoplash uchun kerak.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Bitta xizmatning o‘rtacha bahosi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Bh1 = 17 416,5 / 2 342,3 = 7,4356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Ushbu o‘rtacha baho kitobdagi tenglama usulida ishlatiladi.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Tenglama usuli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Mnm × Bh1 = Dx + (O‘z1 × Mnm) +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Chap tomonda sotish qiymati, o‘ng tomonda xarajatlar va foyda.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Tenglama usuli zararsizlikda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F = 0 → Tushum = Doimiy xarajat + O‘zgaruvchan xarajat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Zararsizlik nuqtasida foyda nolga teng bo‘ladi.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Tenglama usuli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(2 342,3 × 7,4356) × 7 631,3 / 9 284,0 = 14 316,1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Natija qiymat usulidagi birinchi hisob bilan mos keladi.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Rejalashtirilgan foydaga erishish uchun sotish hajmi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Biznes-rejada faqat zararsizlik emas, maqsadli foyda ham belgilanadi.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Maqsadli foyda uchun doimiy xarajatlarga rejalashtirilgan foyda qo‘shiladi.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Kitob misolida maqsadli foyda 1 652,7 ming so‘m deb olinadi.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Maqsadli foyda uchun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Sotish hajmi = 17 416,5 ming so‘m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Mavjud tushum aynan 1 652,7 ming so‘mlik foydani ta’minlayotgani uchun maqsadli hajm shu summaga teng.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Zararsizlikdan maqsadli foydagacha xavfsizlik zaxirasi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Amaldagi tushum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17 416,5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Haqiqiy sotish hajmi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Zararsizlik tushumi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14 316,1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zararsiz sotish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3 100,4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Zararsizlikdan yuqori qism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Xavfsizlik zaxirasi foizda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Qiymat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XZ% = 3 100,4 / 17 416,5 × 100 ≈ 17,8%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Bu 100 − 82,2 = 17,8% bilan ham mos keladi.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Tarkib ko‘rsatkichidagi usul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Tarkib usuli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nuqtasini bajarilishi zarur ish hajmining foizi sifatida ko‘rsatadi.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Asosiy ko‘rsatkich — doimiy xarajatlarning marjinal daromaddagi ulushi.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Tarkib usuli formulasi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Tarkib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Zn% = Dx / Md ×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Firma rejadagi ish hajmining zararsiz ishlash uchun zarur qismini ko‘rsatadi.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Tarkib usuli: 82,2%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Tarkib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Zararsizlik chegarasi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82,2%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Kamida shu ulush bajarilishi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Foyda zonasi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17,8%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Undan yuqori qism foyda shakllantiradi.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82,2% chegaraning iqtisodiy mazmuni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Tarkib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&lt; 82,2%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Marjinal daromad doimiy xarajatni qoplamaydi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Korxona zarar ko‘radi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&gt; 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xarajatlar qoplanadi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Qo‘shimcha sotish foyda yaratadi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Maqsadli foydaga erishish tarkib usulida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Tarkib usuli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(Dx + F) / Md × 100 =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Kitobdagi mavjud foyda maqsadli foyda sifatida qabul qilinganda rejani 100% bajarish zarur.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Natural usul qachon muhim?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 va xizmat birligi aniq bo‘lganda.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Qancha birlik sotish kerakligini bilish zarur bo‘lganda.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 va miqdor ta’sirini alohida baholashda.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Bir birlikka marjinal daromad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Md1 = Md / Mnm = 9 284,0 / 2 342,3 ≈ 3,964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Har bir sotilgan birlik doimiy xarajat va foydani qoplashga shu miqdorda hissa qo‘shadi.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Natural zararsizlik formulasi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 = Dx / (Md / Mnm)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Doimiy xarajatlar bir birlikka to‘g‘ri keladigan marjinal daromadga bo‘linadi.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Natural usul: amaliy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Zn = 7 631,3 / (9 284,0 / 2 342,3) = 1 952,2 birlik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Korxona 1 952,2 birlik xizmat sotganda zararsizlikka erishadi.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Natural usul: maqsadli foyda hajmi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(7 631,3 + 1 652,7) / (9 284,0 / 2 342,3) = 2 342,3 birlik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Rejalashtirilgan foydaga erishish uchun zarur sotish miqdori.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Natural hajm bo‘yicha xavfsizlik zaxirasi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Natural usul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2 342,3 / 1 952,2 × 100 ≈ 120,0%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Maqsadli foyda uchun zararsizlik miqdoriga nisbatan 20% ko‘proq xizmat sotish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Uch usulning bir xil iqtisodiy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Usullarni solishtirish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Qiymat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14 316,1 ming so‘m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tushum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Tarkib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bajarilish ulushi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Natural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1 952,2 birlik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Minimal sotish miqdori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Qiymat–tarkib–natural bog‘liqligi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Usullarni solishtirish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Qiymat usuli: pul ko‘rinishidagi chegara.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Tarkib usuli: rejaning bajarilish foizi.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Natural usul: sotilishi kerak bo‘lgan birliklar soni.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Uchala usul bir xil zararsizlik holatini turli o‘lchovda ifodalaydi.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Grafik mantiq: zararsizlik nuqtasi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Sotish hajmi oshgani sari tushum chizig‘i yuqoriga ko‘tariladi.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Jami xarajat chizig‘i doimiy xarajat darajasidan boshlanadi va o‘zgaruvchan xarajatlar hisobiga o‘sadi.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Tushum va jami xarajat chiziqlari kesishgan nuqta — zararsizlik nuqtasi.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Kesishuvdan chapda zarar, o‘ngda foyda zonasi joylashadi.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Zararsizlik nuqtasiga ta’sir qiluvchi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Omilli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Sotilgan xizmatning natural miqdori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birlik xizmat bahosi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Marjinal daromad miqdori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birlikka o‘zgaruvchan xarajat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Doimiy xarajatlar miqdori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Narx oshsa nima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Omilli tahlil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Boshqa shartlar o‘zgarmasa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Bir birlik marjinal daromad oshadi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Zararsizlik uchun kamroq birlik sotish kerak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Foyda zonasi kengayadi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Cheklov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Talab pasayishi mumkin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Raqobatchilar narxi muhim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Talab elastikligini hisobga olish kerak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O‘zgaruvchan xarajat oshsa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Omilli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birlik marjinal daromad kamayadi.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 yuqoriga ko‘tariladi.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xil foydaga erishish uchun ko‘proq xizmat sotish talab qilinadi.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Doimiy xarajat oshsa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Omilli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 to‘g‘ridan-to‘g‘ri oshadi.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Ijara, boshqaruv maoshi, litsenziya va doimiy IT xarajatlari muhim.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Doimiy xarajatlarni nazorat qilish xavfsizlik zaxirasini oshiradi.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Marjinal daromad ulushi oshsa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Omilli tahlil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Har bir so‘m tushumdan ko‘proq mablag‘ doimiy xarajat va foydani qoplashga qoladi.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Qiymat bo‘yicha zararsizlik tushumi kamayadi.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Bunga narxni yaxshilash yoki o‘zgaruvchan xarajatlarni kamaytirish orqali erishish mumkin.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Turistik biznes uchun xarajatlar misoli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Doimiy xarajatlar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Ofis ijarasi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xodimlar maoshi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Litsenziya va obuna to‘lovlari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reklama shartnomalari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O‘zgaruvchan xarajatlar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709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Mehmonxona joyi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Transport/transfer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Gid xizmati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Ovqatlanish va chipta xarajatlari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Turpaket bo‘yicha zararsizlikni hisoblash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Turpaket narxini aniqlang.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turistga o‘zgaruvchan xarajatlarni hisoblang.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Narxdan o‘zgaruvchan xarajatni ayirib, bir turistga marjinal daromadni toping.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Doimiy xarajatlarni bir turistga marjinal daromadga bo‘ling.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Natija — zararsizlik uchun zarur turistlar soni.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Mini-keys: turpaket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90 000 000 / (3 000 000 − 2 100 000) = 100 turist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Turpaket narxi 3 mln, o‘zgaruvchan xarajat 2,1 mln, mavsumiy doimiy xarajat 90 mln so‘m.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Mini-keys: maqsadli foyda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(90 000 000 + 45 000 000) / 900 000 = 150 turist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45 mln so‘m maqsadli foyda uchun 150 turistga xizmat sotish kerak.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Xavfsizlik zaxirasi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XZ = Haqiqiy sotish − Zararsizlik sotishi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Haqiqiy hajm zararsizlik chegarasidan qancha yuqori ekanini ko‘rsatadi.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Xavfsizlik zaxirasi foizda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XZ% = (Haqiqiy sotish − Zn) / Haqiqiy sotish ×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Foiz yuqori bo‘lsa, sotish kamayishiga bardoshlilik yuqoriroq.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Zararsizlik tahlilining boshqaruvdagi roli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Biznes-rejani asoslash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Narx siyosatini shakllantirish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Minimal turistlar sonini belgilash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Xarajatlar limitini aniqlash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Maqsadli foyda uchun sotish hajmini rejalashtirish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Mavsumiy risklarni oldindan baholash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Tahlilning cheklovlari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16.2. Boshqaruv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Narx va o‘zgaruvchan xarajatlar doim ham barqaror emas.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nechta turpaket sotilganda xizmat tarkibi o‘zgarishi mumkin.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Mavsumiy talab va tashqi shoklar natijaga ta’sir qiladi.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Shuning uchun zararsizlik tahlilini ssenariy va sezgirlik tahlili bilan to‘ldirish foydali.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Marjinal tahlil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Zararsizlik nuqtasi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Foydalilik nuqtasi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Marjinal daromad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Doimiy xarajat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O‘zgaruvchan xarajat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Qiymat usuli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Tarkib usuli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Natural usul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Xavfsizlik zaxirasi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Maqsadli foyda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bo‘yicha savollar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nuqtasini qiymat ko‘rsatkichida aniqlash usulini tushuntiring.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Marjinal daromad deganda nimani tushunasiz?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Doimiy xarajatlar deganda nimani tushunasiz?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 qanday aniqlanadi?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Natural ko‘rsatkichdagi zararsizlik nuqtasi qanday hisoblanadi?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asosiy raqamlar — bir slaydda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Qiymat nuqtasi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14 316,1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ming so‘m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Tarkib nuqtasi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82,2%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rejadagi hajm ulushi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Natural nuqta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1 952,2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birlik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Maqsadli foyda uchun zarur hajm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Qiymat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17 416,5 ming so‘m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1 652,7 ming so‘m foyda uchun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2 342,3 birlik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20">
                <a:solidFill>
                  <a:srgbClr val="25313A"/>
                </a:solidFill>
              </a:defRPr>
            </a:pPr>
            <a:r>
              <a:t>Kitobdagi mavjud sotish miqdori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nuqtasi turistik firma uchun minimal xavfsiz sotish chegarasini belgilaydi.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Xoliqulov uch usulni taklif etadi: qiymat, tarkib va natural ko‘rsatkich.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Uchala usul bir xil iqtisodiy holatni turli o‘lchovlarda ifodalaydi.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Marjinal daromad, doimiy va o‘zgaruvchan xarajatlarni to‘g‘ri ajratish hisobning asosiy sharti.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Zararsizlik tahlili biznes-reja, narx, sotish hajmi va maqsadli foydani asoslashda amaliy ahamiyatga 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16-mavzu |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